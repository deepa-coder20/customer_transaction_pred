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2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54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778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73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120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66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94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0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59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80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950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3152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74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645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059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466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35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9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Transaction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NAME:DANESHWARI KINAGI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PROJECT-ID:PTID-CDS-JAN-26-3753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HAND_WRITTEN_PROJE_ID:PRCP-1002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Predicts whether a customer will make a transaction using machine learning.</a:t>
            </a:r>
          </a:p>
          <a:p>
            <a:r>
              <a:t>Uses preprocessing, EDA, feature engineering, and model evaluation.</a:t>
            </a:r>
          </a:p>
          <a:p>
            <a:r>
              <a:t>Supports business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2" indent="0" algn="just">
              <a:buNone/>
            </a:pPr>
            <a:r>
              <a:rPr lang="en-US" dirty="0"/>
              <a:t>In today’s competitive business environment, understanding customer behavior is essential for growth and sustainability. Customer transaction prediction plays a crucial role in identifying potential customers and improving marketing strategies. This project focuses on predicting whether a customer will make a transaction using historical customer data and machine learning techniques. By automating the prediction process, businesses can reduce manual analysis and improve accuracy in decision-making.</a:t>
            </a:r>
          </a:p>
          <a:p>
            <a:pPr marL="914400" lvl="2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methods are inefficient.</a:t>
            </a:r>
          </a:p>
          <a:p>
            <a:r>
              <a:t>Need accurate automated prediction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customer data</a:t>
            </a:r>
          </a:p>
          <a:p>
            <a:r>
              <a:t>Build models</a:t>
            </a:r>
          </a:p>
          <a:p>
            <a:r>
              <a:t>Evaluate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Numerical features</a:t>
            </a:r>
          </a:p>
          <a:p>
            <a:r>
              <a:t>Binary target variable</a:t>
            </a:r>
          </a:p>
          <a:p>
            <a:r>
              <a:t>Supervised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Jupyter Notebook</a:t>
            </a:r>
          </a:p>
          <a:p>
            <a:r>
              <a:t>Pandas, NumPy</a:t>
            </a:r>
          </a:p>
          <a:p>
            <a:r>
              <a:t>Scikit-learn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preprocessing</a:t>
            </a:r>
          </a:p>
          <a:p>
            <a:r>
              <a:t>EDA</a:t>
            </a:r>
          </a:p>
          <a:p>
            <a:r>
              <a:t>Feature engineering</a:t>
            </a:r>
          </a:p>
          <a:p>
            <a:r>
              <a:t>Model training</a:t>
            </a:r>
          </a:p>
          <a:p>
            <a:r>
              <a:t>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</a:t>
            </a:r>
          </a:p>
          <a:p>
            <a:r>
              <a:t>Decision Tree</a:t>
            </a:r>
          </a:p>
          <a:p>
            <a:r>
              <a:t>Random Forest</a:t>
            </a:r>
          </a:p>
          <a:p>
            <a:r>
              <a:t>Gradient Boosting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</a:t>
            </a:r>
          </a:p>
          <a:p>
            <a:r>
              <a:t>Precision</a:t>
            </a:r>
          </a:p>
          <a:p>
            <a:r>
              <a:t>Recall</a:t>
            </a:r>
          </a:p>
          <a:p>
            <a:r>
              <a:t>F1-score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accuracy</a:t>
            </a:r>
          </a:p>
          <a:p>
            <a:r>
              <a:t>Reliable predictions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Targeted marketing</a:t>
            </a:r>
          </a:p>
          <a:p>
            <a:r>
              <a:t>Customer retention</a:t>
            </a:r>
          </a:p>
          <a:p>
            <a:r>
              <a:t>Sales forecasting</a:t>
            </a:r>
          </a:p>
          <a:p>
            <a:r>
              <a:t>Business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deployment</a:t>
            </a:r>
          </a:p>
          <a:p>
            <a:r>
              <a:t>Advanced algorithms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 transaction prediction</a:t>
            </a:r>
          </a:p>
          <a:p>
            <a:r>
              <a:t>Improved decision-making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Documentation</a:t>
            </a:r>
          </a:p>
          <a:p>
            <a:r>
              <a:t>Scikit-learn Documentation</a:t>
            </a:r>
          </a:p>
          <a:p>
            <a:r>
              <a:t>ML Textbooks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7E0E71-F5BD-6557-16DD-7E2407C31C13}"/>
              </a:ext>
            </a:extLst>
          </p:cNvPr>
          <p:cNvSpPr txBox="1"/>
          <p:nvPr/>
        </p:nvSpPr>
        <p:spPr>
          <a:xfrm>
            <a:off x="2782529" y="3222834"/>
            <a:ext cx="27660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043947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</TotalTime>
  <Words>219</Words>
  <Application>Microsoft Office PowerPoint</Application>
  <PresentationFormat>On-screen Show (4:3)</PresentationFormat>
  <Paragraphs>63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Garamond</vt:lpstr>
      <vt:lpstr>Times New Roman</vt:lpstr>
      <vt:lpstr>Organic</vt:lpstr>
      <vt:lpstr>Customer Transaction Prediction</vt:lpstr>
      <vt:lpstr>Abstract</vt:lpstr>
      <vt:lpstr>Introduction</vt:lpstr>
      <vt:lpstr>Problem Statement</vt:lpstr>
      <vt:lpstr>Objectives</vt:lpstr>
      <vt:lpstr>Dataset Description</vt:lpstr>
      <vt:lpstr>Tools &amp; Technologies</vt:lpstr>
      <vt:lpstr>Methodology</vt:lpstr>
      <vt:lpstr>Models Used</vt:lpstr>
      <vt:lpstr>Evaluation Metrics</vt:lpstr>
      <vt:lpstr>Results</vt:lpstr>
      <vt:lpstr>Applications</vt:lpstr>
      <vt:lpstr>Future Scope</vt:lpstr>
      <vt:lpstr>Conclusion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Shrusti Kinagi</cp:lastModifiedBy>
  <cp:revision>3</cp:revision>
  <dcterms:created xsi:type="dcterms:W3CDTF">2013-01-27T09:14:16Z</dcterms:created>
  <dcterms:modified xsi:type="dcterms:W3CDTF">2026-01-19T08:40:52Z</dcterms:modified>
  <cp:category/>
</cp:coreProperties>
</file>